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58200" y="-548640"/>
            <a:ext cx="4389120" cy="438912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137160"/>
            <a:ext cx="2880360" cy="2880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29800" y="731520"/>
            <a:ext cx="1691640" cy="16916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5394960" cy="7132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8FAFC"/>
                </a:solidFill>
                <a:latin typeface="Aptos"/>
              </a:rPr>
              <a:t>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73936"/>
            <a:ext cx="5394960" cy="7132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22D3EE"/>
                </a:solidFill>
                <a:latin typeface="Aptos"/>
              </a:rP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7132320" cy="9601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8FAFC"/>
                </a:solidFill>
                <a:latin typeface="Aptos"/>
              </a:rPr>
              <a:t>A Creator Marketplace for Hiring
Video Editors, Designers &amp; Scriptwriters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160520"/>
            <a:ext cx="53035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Aptos"/>
              </a:rPr>
              <a:t>CAPSTONE PROJECT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681728"/>
            <a:ext cx="233172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800600"/>
            <a:ext cx="201168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FAFC"/>
                </a:solidFill>
                <a:latin typeface="Aptos"/>
              </a:rPr>
              <a:t>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623560"/>
            <a:ext cx="7132320" cy="5943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Aptos"/>
              </a:rPr>
              <a:t>Presented by: [Your Name]
Department: [Your Department]  |  Institution: [College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53035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33271"/>
            <a:ext cx="77724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69848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A single platform connecting creative talent with people who need creative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02  /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583680" cy="23317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F8FAFC"/>
                </a:solidFill>
                <a:latin typeface="Aptos"/>
              </a:rPr>
              <a:t>CreatorMarket is a web-based marketplace designed to simplify the process of finding and hiring creative professionals. Clients can publish projects with a budget and deadline, while freelancers can explore opportunities and submit proposals. The platform supports account registration, role-based access, job management, applications, and portfolio 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828800"/>
            <a:ext cx="34747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1828800"/>
            <a:ext cx="64008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993392"/>
            <a:ext cx="309067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For Creators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2432304"/>
            <a:ext cx="3090672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Post projects and review freelancer applications.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63240"/>
            <a:ext cx="34747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3063240"/>
            <a:ext cx="64008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3227832"/>
            <a:ext cx="309067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For Freelancers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3666744"/>
            <a:ext cx="3090672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Discover projects and submit proposals.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297680"/>
            <a:ext cx="34747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4297680"/>
            <a:ext cx="64008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4462272"/>
            <a:ext cx="309067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Shared Workspace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4901184"/>
            <a:ext cx="3090672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Keep project details and profiles in one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53035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33271"/>
            <a:ext cx="77724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69848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Why a dedicated creative marketplace is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03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Scattered 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32304"/>
            <a:ext cx="3044952" cy="7040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Creative jobs are often posted across many unrelated websites and social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64008" cy="1417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Difficult Talent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32304"/>
            <a:ext cx="3044952" cy="7040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Clients may struggle to compare skills, portfolios, proposals, and availability.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64008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Manual 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32304"/>
            <a:ext cx="3044952" cy="7040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Project details, budgets, and deadlines can become hard to track.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201168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2D3EE"/>
                </a:solidFill>
                <a:latin typeface="Aptos"/>
              </a:rPr>
              <a:t>Project need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9966960" cy="9144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8FAFC"/>
                </a:solidFill>
                <a:latin typeface="Aptos"/>
              </a:rPr>
              <a:t>A centralized and easy-to-use platform where creators can post requirements and freelancers can find suitable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53035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33271"/>
            <a:ext cx="77724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69848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Core goals of the CreatorMarket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04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66360" cy="107899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84248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929384"/>
            <a:ext cx="402336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Account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267712"/>
            <a:ext cx="406908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Aptos"/>
              </a:rPr>
              <a:t>Provide signup and login for creators and freelancers.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783080"/>
            <a:ext cx="5166360" cy="107899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1" y="1984248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1" y="1929384"/>
            <a:ext cx="402336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Project Posting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1" y="2267712"/>
            <a:ext cx="406908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Aptos"/>
              </a:rPr>
              <a:t>Allow creators to publish jobs with description, budget, and deadline.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00400"/>
            <a:ext cx="5166360" cy="107899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401568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46704"/>
            <a:ext cx="402336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Application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685032"/>
            <a:ext cx="406908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Aptos"/>
              </a:rPr>
              <a:t>Enable freelancers to submit proposals for suitable projects.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3200400"/>
            <a:ext cx="5166360" cy="107899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1" y="3401568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1" y="3346704"/>
            <a:ext cx="402336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Profile &amp; 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1" y="3685032"/>
            <a:ext cx="406908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Aptos"/>
              </a:rPr>
              <a:t>Present skills, experience, and creative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17720"/>
            <a:ext cx="5166360" cy="107899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818888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764024"/>
            <a:ext cx="402336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5102352"/>
            <a:ext cx="406908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Aptos"/>
              </a:rPr>
              <a:t>Restrict actions according to the user's role.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53035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Proposed System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33271"/>
            <a:ext cx="77724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69848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A full-stack web application with a React interface and Django REST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05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429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4008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32304"/>
            <a:ext cx="3044952" cy="6583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React • Vite • JavaScript
Responsive pages and API calls.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64008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32304"/>
            <a:ext cx="3044952" cy="6583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Python • Django • Django REST Framework
Authentication and business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429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64008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32304"/>
            <a:ext cx="3044952" cy="6583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PostgreSQL for deployment
Relational storage for users, jobs, and applications.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21945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8FAFC"/>
                </a:solidFill>
                <a:latin typeface="Aptos"/>
              </a:rPr>
              <a:t>Main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24528"/>
            <a:ext cx="10424160" cy="1691640"/>
          </a:xfrm>
          <a:prstGeom prst="rect">
            <a:avLst/>
          </a:prstGeom>
          <a:noFill/>
        </p:spPr>
        <p:txBody>
          <a:bodyPr wrap="square" lIns="27432" rIns="27432" tIns="27432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Authentication: signup, login, logout</a:t>
            </a:r>
          </a:p>
          <a:p>
            <a:pPr>
              <a:spcAft>
                <a:spcPts val="7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Jobs: create and browse projects</a:t>
            </a:r>
          </a:p>
          <a:p>
            <a:pPr>
              <a:spcAft>
                <a:spcPts val="7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Applications: submit proposals and manage responses</a:t>
            </a:r>
          </a:p>
          <a:p>
            <a:pPr>
              <a:spcAft>
                <a:spcPts val="7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Profiles and portfolios: showcase creative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53035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33271"/>
            <a:ext cx="77724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69848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High-level request flow between the user interface, API, and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06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057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2057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67128"/>
            <a:ext cx="1837943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8FAFC"/>
                </a:solidFill>
                <a:latin typeface="Aptos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96312"/>
            <a:ext cx="1874519" cy="21945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BD5E1"/>
                </a:solidFill>
                <a:latin typeface="Aptos"/>
              </a:rPr>
              <a:t>Creator / Freelancer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965960"/>
            <a:ext cx="2331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965960"/>
            <a:ext cx="23317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2167128"/>
            <a:ext cx="2112263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8FAFC"/>
                </a:solidFill>
                <a:latin typeface="Aptos"/>
              </a:rPr>
              <a:t>React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96312"/>
            <a:ext cx="2148839" cy="21945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BD5E1"/>
                </a:solidFill>
                <a:latin typeface="Aptos"/>
              </a:rPr>
              <a:t>Vite • UI • Axios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965960"/>
            <a:ext cx="2331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965960"/>
            <a:ext cx="23317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167128"/>
            <a:ext cx="2112263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8FAFC"/>
                </a:solidFill>
                <a:latin typeface="Aptos"/>
              </a:rPr>
              <a:t>Django REST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96312"/>
            <a:ext cx="2148839" cy="21945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BD5E1"/>
                </a:solidFill>
                <a:latin typeface="Aptos"/>
              </a:rPr>
              <a:t>Auth • Jobs • Applications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965960"/>
            <a:ext cx="23317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965960"/>
            <a:ext cx="2331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2167128"/>
            <a:ext cx="2112263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8FAFC"/>
                </a:solidFill>
                <a:latin typeface="Aptos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496312"/>
            <a:ext cx="2148839" cy="21945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CBD5E1"/>
                </a:solidFill>
                <a:latin typeface="Aptos"/>
              </a:rPr>
              <a:t>Persistent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2240280"/>
            <a:ext cx="384048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0992" y="2240280"/>
            <a:ext cx="384048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2240280"/>
            <a:ext cx="384048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3794760"/>
            <a:ext cx="8275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3995928"/>
            <a:ext cx="150876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Typical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913632"/>
            <a:ext cx="61722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C"/>
                </a:solidFill>
                <a:latin typeface="Aptos"/>
              </a:rPr>
              <a:t>User action → frontend sends request → API validates role and data → database stores or returns records → frontend displays the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2578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Deployment: Frontend hosted separately; Django API and PostgreSQL hosted on Render.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789920" cy="53035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8FAFC"/>
                </a:solidFill>
                <a:latin typeface="Aptos"/>
              </a:rPr>
              <a:t>Key Features &amp;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033271"/>
            <a:ext cx="777240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1069848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Designed to make project discovery and collaboration more organized.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07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2984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12984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Role-based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32304"/>
            <a:ext cx="3044952" cy="585215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Different workflows for creators and freelancers.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429000" cy="12984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64008" cy="12984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Job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432304"/>
            <a:ext cx="3044952" cy="585215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Browse project opportunities in one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3429000" cy="12984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828800"/>
            <a:ext cx="64008" cy="12984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199339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Proposal 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432304"/>
            <a:ext cx="3044952" cy="585215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Freelancers can apply to relevant jobs.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3429000" cy="12984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64008" cy="12984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3931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Portfolio showcase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078224"/>
            <a:ext cx="3044952" cy="585215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Highlight experience and previous creative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474720"/>
            <a:ext cx="3429000" cy="12984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474720"/>
            <a:ext cx="64008" cy="12984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363931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Structured project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078224"/>
            <a:ext cx="3044952" cy="585215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Keep budgets, descriptions, and deadlines visible.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3474720"/>
            <a:ext cx="3429000" cy="12984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3474720"/>
            <a:ext cx="64008" cy="12984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3639312"/>
            <a:ext cx="3044952" cy="3291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Extensible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4078224"/>
            <a:ext cx="3044952" cy="585215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Aptos"/>
              </a:rPr>
              <a:t>Can grow to include messaging, payments, and ratings.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86400"/>
            <a:ext cx="105156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Expected benefit: less scattered communication, clearer project requirements, and easier access to creative opportunities.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5029200" cy="5669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8FAFC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307592"/>
            <a:ext cx="8229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1371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CBD5E1"/>
                </a:solidFill>
                <a:latin typeface="Aptos"/>
              </a:rPr>
              <a:t>CreatorMarket provides a centralized digital platform for creators to publish projects and for freelancers to discover work, submit proposals, and present their portfolios.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411480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Aptos"/>
              </a:rP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6309360" cy="1645920"/>
          </a:xfrm>
          <a:prstGeom prst="rect">
            <a:avLst/>
          </a:prstGeom>
          <a:noFill/>
        </p:spPr>
        <p:txBody>
          <a:bodyPr wrap="square" lIns="27432" rIns="27432" tIns="27432" bIns="18288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Real-time chat and notifications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Secure online payments and milestones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Ratings, reviews, and verified portfolios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Aptos"/>
              </a:defRPr>
            </a:pPr>
            <a:r>
              <a:t>•  Advanced search and skill-based 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325880"/>
            <a:ext cx="3337560" cy="3520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103120"/>
            <a:ext cx="2788920" cy="6400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880360"/>
            <a:ext cx="278892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2D3EE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886200"/>
            <a:ext cx="27889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8FAFC"/>
                </a:solidFill>
                <a:latin typeface="Aptos"/>
              </a:rPr>
              <a:t>CreatorMarket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263640"/>
            <a:ext cx="777240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Aptos"/>
              </a:rPr>
              <a:t>Presented by: [Your Name]  |  [College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46520"/>
            <a:ext cx="82296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BD5E1"/>
                </a:solidFill>
                <a:latin typeface="Aptos"/>
              </a:rPr>
              <a:t>08  / 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